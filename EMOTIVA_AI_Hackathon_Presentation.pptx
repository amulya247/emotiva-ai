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FFFF"/>
                </a:solidFill>
              </a:rPr>
              <a:t>EMOTIVA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DCDCDC"/>
                </a:solidFill>
              </a:rPr>
              <a:t>Human-Like Customer Emotion &amp; Sales Intelligence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8046720" cy="3474720"/>
          </a:xfrm>
          <a:prstGeom prst="roundRect">
            <a:avLst/>
          </a:prstGeom>
          <a:solidFill>
            <a:srgbClr val="2323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AI-powered emotional intelligence platform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Understands customer emotions like a human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Boosts sales &amp; customer engagement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Designed for FlowZint AI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FlowZint AI Hackathon 2026 | EMOTIVA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FFFF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DCDCDC"/>
                </a:solidFill>
              </a:rPr>
              <a:t>Why Businesses Lose Customers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8046720" cy="3474720"/>
          </a:xfrm>
          <a:prstGeom prst="roundRect">
            <a:avLst/>
          </a:prstGeom>
          <a:solidFill>
            <a:srgbClr val="2323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Robotic customer support systems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Slow replies reduce customer trust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Businesses fail to understand emotions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Poor customer engagement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Missed sales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FlowZint AI Hackathon 2026 | EMOTIVA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FFFF"/>
                </a:solidFill>
              </a:rPr>
              <a:t>Our Solution — EMOTIVA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DCDCDC"/>
                </a:solidFill>
              </a:rPr>
              <a:t>AI That Understands Humans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8046720" cy="3474720"/>
          </a:xfrm>
          <a:prstGeom prst="roundRect">
            <a:avLst/>
          </a:prstGeom>
          <a:solidFill>
            <a:srgbClr val="2323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Emotion Detection Engine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Human-like AI conversations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Predicts customer buying intent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Smart escalation system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AI-powered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FlowZint AI Hackathon 2026 | EMOTIVA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FFFF"/>
                </a:solidFill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DCDCDC"/>
                </a:solidFill>
              </a:rPr>
              <a:t>Why This Project Stands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8046720" cy="3474720"/>
          </a:xfrm>
          <a:prstGeom prst="roundRect">
            <a:avLst/>
          </a:prstGeom>
          <a:solidFill>
            <a:srgbClr val="2323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Voice + Text AI Assistant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Live Analytics Dashboard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Customer Mood Detection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Sales Prediction System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Multilingual AI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FlowZint AI Hackathon 2026 | EMOTIVA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FFFF"/>
                </a:solidFill>
              </a:rPr>
              <a:t>Demo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DCDCDC"/>
                </a:solidFill>
              </a:rPr>
              <a:t>Real-Life Customer Interaction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8046720" cy="3474720"/>
          </a:xfrm>
          <a:prstGeom prst="roundRect">
            <a:avLst/>
          </a:prstGeom>
          <a:solidFill>
            <a:srgbClr val="2323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Detects frustrated customers instantly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Responds empathetically like a human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Suggests products intelligently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Escalates urgent issues automatically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Captures high-intent 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FlowZint AI Hackathon 2026 | EMOTIVA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FFFF"/>
                </a:solidFill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DCDCDC"/>
                </a:solidFill>
              </a:rPr>
              <a:t>Modern AI 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8046720" cy="3474720"/>
          </a:xfrm>
          <a:prstGeom prst="roundRect">
            <a:avLst/>
          </a:prstGeom>
          <a:solidFill>
            <a:srgbClr val="2323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Frontend: React.js + Tailwind CSS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Backend: FastAPI / Node.js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AI Models: OpenAI / Gemini APIs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Database: Firebase / MongoDB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Deployment: Vercel / 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FlowZint AI Hackathon 2026 | EMOTIVA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FFFF"/>
                </a:solidFill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DCDCDC"/>
                </a:solidFill>
              </a:rPr>
              <a:t>Benefits for Companies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8046720" cy="3474720"/>
          </a:xfrm>
          <a:prstGeom prst="roundRect">
            <a:avLst/>
          </a:prstGeom>
          <a:solidFill>
            <a:srgbClr val="2323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Increase customer satisfaction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Improve sales conversions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Reduce support costs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Enhance customer engagement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Automate business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FlowZint AI Hackathon 2026 | EMOTIVA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FFFF"/>
                </a:solidFill>
              </a:rPr>
              <a:t>Final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DCDCDC"/>
                </a:solidFill>
              </a:rPr>
              <a:t>Future of Intelligent Customer Engagement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8046720" cy="3474720"/>
          </a:xfrm>
          <a:prstGeom prst="roundRect">
            <a:avLst/>
          </a:prstGeom>
          <a:solidFill>
            <a:srgbClr val="2323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Scalable AI-powered business assistant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Transforms customer support experience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Combines AI + automation + emotion intelligence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Looks and feels like a real startup product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AI That Understands Humans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FlowZint AI Hackathon 2026 | EMOTIVA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